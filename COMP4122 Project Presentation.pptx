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Semi-Bold" charset="1" panose="02000503000000020004"/>
      <p:regular r:id="rId15"/>
    </p:embeddedFont>
    <p:embeddedFont>
      <p:font typeface="Inter Light" charset="1" panose="02000503000000020004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33335" y="2165776"/>
            <a:ext cx="10730064" cy="5955448"/>
            <a:chOff x="0" y="0"/>
            <a:chExt cx="3845413" cy="2134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34298"/>
            </a:xfrm>
            <a:custGeom>
              <a:avLst/>
              <a:gdLst/>
              <a:ahLst/>
              <a:cxnLst/>
              <a:rect r="r" b="b" t="t" l="l"/>
              <a:pathLst>
                <a:path h="213429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47646" y="3819149"/>
            <a:ext cx="7553325" cy="192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b="true" sz="8499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ECHOES OF THE VOID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47646" y="5663820"/>
            <a:ext cx="6213575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A THIRD-PERSON EXPLORATION &amp; SURVIVAL PUZZLE GAME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85898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COMP4122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35872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0238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76989" y="2504122"/>
            <a:ext cx="13629932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Alone in the Silence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You are the sole survivor on a critically damaged spaceship drifting in the void.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Your goal is simple yet desperate: repair the ship and navigate your way back to Earth.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However, you are not entirely alone. The story of what happened and the fate of a fellow crew member unfolds through the clues they left behind.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891955" y="7382844"/>
            <a:ext cx="5361373" cy="2904156"/>
          </a:xfrm>
          <a:custGeom>
            <a:avLst/>
            <a:gdLst/>
            <a:ahLst/>
            <a:cxnLst/>
            <a:rect r="r" b="b" t="t" l="l"/>
            <a:pathLst>
              <a:path h="2904156" w="5361373">
                <a:moveTo>
                  <a:pt x="0" y="0"/>
                </a:moveTo>
                <a:lnTo>
                  <a:pt x="5361373" y="0"/>
                </a:lnTo>
                <a:lnTo>
                  <a:pt x="5361373" y="2904156"/>
                </a:lnTo>
                <a:lnTo>
                  <a:pt x="0" y="290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688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99707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75786" y="1238250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The Premise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19968" y="2482752"/>
            <a:ext cx="13543973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Explore, Scan, Repair, Survive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Third-Person Exploration: Navigate the immersive, atmospheric interior of your broken ship.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Scan Damaged Modules: Use a scanner to identify critical system failures (Oxygen, Navigation, Power, etc.).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Engaging Mini-Games: Enter a unique puzzle interface for each module to perform repairs.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Key Visual: A diagram showing the cycle: Explore -&gt; Scan -&gt; Mini-Game -&gt; Repair -&gt; Progress.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92563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72744" y="1241002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Core Gameplay Loop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2563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2744" y="1241002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The Oxygen Mechanic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5067" y="2873481"/>
            <a:ext cx="13133776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Your Most Precious Resource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Oxygen is a finite resource that depletes over time in each chapter.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Standard Actions: Walking consumes oxygen slowly.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Strenuous Actions: Lifting heavy objects or repairing systems consumes oxygen more quickly.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Co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nsequence: Running out of oxygen forces a restart from the beginning of the chapter, encouraging careful planning and efficient pathfinding without excessive frustration.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703387" y="0"/>
            <a:ext cx="5555913" cy="3401755"/>
          </a:xfrm>
          <a:custGeom>
            <a:avLst/>
            <a:gdLst/>
            <a:ahLst/>
            <a:cxnLst/>
            <a:rect r="r" b="b" t="t" l="l"/>
            <a:pathLst>
              <a:path h="3401755" w="5555913">
                <a:moveTo>
                  <a:pt x="0" y="0"/>
                </a:moveTo>
                <a:lnTo>
                  <a:pt x="5555913" y="0"/>
                </a:lnTo>
                <a:lnTo>
                  <a:pt x="5555913" y="3401755"/>
                </a:lnTo>
                <a:lnTo>
                  <a:pt x="0" y="3401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124" t="0" r="-31424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2563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2744" y="1241002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Genre &amp; Atmosphere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19968" y="2482752"/>
            <a:ext cx="12749948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Headline: Psychological Tension, Not Jump Scares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Content:</a:t>
            </a:r>
          </a:p>
          <a:p>
            <a:pPr algn="just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Genre: 3D Third-Person Exploration Puzzle.</a:t>
            </a:r>
          </a:p>
          <a:p>
            <a:pPr algn="just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Atmosphere: Survival Horror-inspired tension, focused on resource pressure and isolation.</a:t>
            </a:r>
          </a:p>
          <a:p>
            <a:pPr algn="just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No Combat, No Monsters: The horror comes from the envir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nment, the ticking clock of your oxygen, and the haunting narrative.</a:t>
            </a:r>
          </a:p>
          <a:p>
            <a:pPr algn="just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Perfect Fit: A "walking simulator with puzzles," designed to be a sharp, impactful indie experience.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2563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2744" y="1241002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Visual &amp; Audio Style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32059" y="2419667"/>
            <a:ext cx="12921686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Gloomy, Sci-Fi Aesthetic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Visuals: Realistic sci-fi style. A wasteland of a ship - flickering lights, steam leaks, and damaged panels.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Audi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o: A subtle, immersive soundscape with low-pitched ambient s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ou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nd effects and a slow, heartbeat-like musical score to heighten tension.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Journal &amp; Clues: Rendered in handwritten fonts. Black and white stick figures are deliberately rough, creating a personal, "found diary" feel.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2563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2744" y="1241002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Unraveling the Mystery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19968" y="2482752"/>
            <a:ext cx="13133776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The Story You Uncover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Primary Goal: Repair the ship and return to Earth.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Secondary Narrative: Discover clues left by a crew member wh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 die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 before your awakening.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Player's Quest: Piece together the events that led to the catastrophe and understand the final actions of your former colleague, revealed through audio logs, scrawled notes, and environmental storytelling.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2563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3572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45413" cy="1025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2744" y="1241002"/>
            <a:ext cx="7959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5999" spc="-449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Why It Stands 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24527" y="2036235"/>
            <a:ext cx="13734856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Compelling, Focused Experience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High-Stakes Puzzles: Repair mini-games are directly tied to survival.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Innovative Resource Management: Oxygen mechanics create constant, manageable tension.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Emoti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onal Narrative: A poignant story of loneliness and h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ope, discove</a:t>
            </a: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red organically.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Accessible Horror: Appeals to players who enjoy tension and atmosphere without traditional horror elements.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pc="-1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Satisfying Arc: A gloomy journey culminating in the hopeful goal of returning home.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36002" y="3833781"/>
            <a:ext cx="7553325" cy="100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24"/>
              </a:lnSpc>
            </a:pPr>
            <a:r>
              <a:rPr lang="en-US" b="true" sz="8499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THANKYOU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94975" y="4706482"/>
            <a:ext cx="7846727" cy="62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ECHOES OF THE VOID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16026109" y="7362317"/>
            <a:ext cx="351828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PREPARED BY ECHO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06330" y="895159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1530" y="993352"/>
            <a:ext cx="28501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2025/12/2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65039" y="6191811"/>
            <a:ext cx="3776662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-3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Please get in touch if you have any questions or concerns about the game.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951595"/>
            <a:ext cx="4279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GAME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PR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800" spc="-72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DAG6EC0C6FE</dc:identifier>
  <dcterms:modified xsi:type="dcterms:W3CDTF">2011-08-01T06:04:30Z</dcterms:modified>
  <cp:revision>1</cp:revision>
  <dc:title>COMP4122 Project Presentation</dc:title>
</cp:coreProperties>
</file>